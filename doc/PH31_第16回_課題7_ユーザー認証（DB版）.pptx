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72" r:id="rId7"/>
    <p:sldId id="271" r:id="rId8"/>
    <p:sldId id="270" r:id="rId9"/>
    <p:sldId id="275" r:id="rId10"/>
    <p:sldId id="269" r:id="rId11"/>
    <p:sldId id="268" r:id="rId12"/>
    <p:sldId id="267" r:id="rId13"/>
    <p:sldId id="266" r:id="rId14"/>
    <p:sldId id="276" r:id="rId15"/>
    <p:sldId id="277" r:id="rId16"/>
    <p:sldId id="265" r:id="rId17"/>
    <p:sldId id="278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ABF8F32A-0E29-455D-BF0E-64EA0687DC42}"/>
    <pc:docChg chg="custSel addSld delSld modSld">
      <pc:chgData name="NH-STAFF 高橋真広" userId="60c902bb-f64f-40cf-869e-8386dac879fa" providerId="ADAL" clId="{ABF8F32A-0E29-455D-BF0E-64EA0687DC42}" dt="2026-09-06T21:50:23.416" v="4" actId="26606"/>
      <pc:docMkLst>
        <pc:docMk/>
      </pc:docMkLst>
      <pc:sldChg chg="modSp mod">
        <pc:chgData name="NH-STAFF 高橋真広" userId="60c902bb-f64f-40cf-869e-8386dac879fa" providerId="ADAL" clId="{ABF8F32A-0E29-455D-BF0E-64EA0687DC42}" dt="2026-09-06T21:24:01.903" v="1" actId="26606"/>
        <pc:sldMkLst>
          <pc:docMk/>
          <pc:sldMk cId="0" sldId="256"/>
        </pc:sldMkLst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NH-STAFF 高橋真広" userId="60c902bb-f64f-40cf-869e-8386dac879fa" providerId="ADAL" clId="{ABF8F32A-0E29-455D-BF0E-64EA0687DC42}" dt="2026-09-06T21:24:01.903" v="1" actId="26606"/>
        <pc:sldMkLst>
          <pc:docMk/>
          <pc:sldMk cId="0" sldId="257"/>
        </pc:sldMkLst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NH-STAFF 高橋真広" userId="60c902bb-f64f-40cf-869e-8386dac879fa" providerId="ADAL" clId="{ABF8F32A-0E29-455D-BF0E-64EA0687DC42}" dt="2026-09-06T21:24:01.903" v="1" actId="26606"/>
        <pc:sldMkLst>
          <pc:docMk/>
          <pc:sldMk cId="0" sldId="258"/>
        </pc:sldMkLst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NH-STAFF 高橋真広" userId="60c902bb-f64f-40cf-869e-8386dac879fa" providerId="ADAL" clId="{ABF8F32A-0E29-455D-BF0E-64EA0687DC42}" dt="2026-09-06T21:24:01.903" v="1" actId="26606"/>
        <pc:sldMkLst>
          <pc:docMk/>
          <pc:sldMk cId="0" sldId="259"/>
        </pc:sldMkLst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24:01.903" v="1" actId="26606"/>
          <ac:spMkLst>
            <pc:docMk/>
            <pc:sldMk cId="0" sldId="259"/>
            <ac:spMk id="22" creationId="{00000000-0000-0000-0000-000000000000}"/>
          </ac:spMkLst>
        </pc:spChg>
      </pc:sldChg>
      <pc:sldChg chg="add del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0" sldId="260"/>
        </pc:sldMkLst>
      </pc:sldChg>
      <pc:sldChg chg="add del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0" sldId="261"/>
        </pc:sldMkLst>
      </pc:sldChg>
      <pc:sldChg chg="add del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0" sldId="262"/>
        </pc:sldMkLst>
      </pc:sldChg>
      <pc:sldChg chg="add del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0" sldId="263"/>
        </pc:sldMkLst>
      </pc:sldChg>
      <pc:sldChg chg="add del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0" sldId="264"/>
        </pc:sldMkLst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713978949" sldId="265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713978949" sldId="265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713978949" sldId="265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713978949" sldId="265"/>
            <ac:spMk id="16" creationId="{00000000-0000-0000-0000-000000000000}"/>
          </ac:spMkLst>
        </pc:spChg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467183143" sldId="266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467183143" sldId="266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467183143" sldId="266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467183143" sldId="266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467183143" sldId="266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467183143" sldId="266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467183143" sldId="266"/>
            <ac:spMk id="19" creationId="{00000000-0000-0000-0000-000000000000}"/>
          </ac:spMkLst>
        </pc:spChg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503977596" sldId="267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503977596" sldId="267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503977596" sldId="267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503977596" sldId="267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503977596" sldId="267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503977596" sldId="267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503977596" sldId="267"/>
            <ac:spMk id="22" creationId="{00000000-0000-0000-0000-000000000000}"/>
          </ac:spMkLst>
        </pc:spChg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3582818736" sldId="268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3582818736" sldId="268"/>
            <ac:spMk id="22" creationId="{00000000-0000-0000-0000-000000000000}"/>
          </ac:spMkLst>
        </pc:spChg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696383574" sldId="269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696383574" sldId="269"/>
            <ac:spMk id="3" creationId="{00000000-0000-0000-0000-000000000000}"/>
          </ac:spMkLst>
        </pc:spChg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2266794372" sldId="270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2266794372" sldId="270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2266794372" sldId="270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2266794372" sldId="270"/>
            <ac:spMk id="22" creationId="{00000000-0000-0000-0000-000000000000}"/>
          </ac:spMkLst>
        </pc:spChg>
      </pc:sldChg>
      <pc:sldChg chg="modSp add mo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1563602899" sldId="271"/>
        </pc:sldMkLst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1563602899" sldId="271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1563602899" sldId="271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1563602899" sldId="271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1563602899" sldId="271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1563602899" sldId="271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9-06T21:32:08.005" v="3" actId="26606"/>
          <ac:spMkLst>
            <pc:docMk/>
            <pc:sldMk cId="1563602899" sldId="271"/>
            <ac:spMk id="22" creationId="{00000000-0000-0000-0000-000000000000}"/>
          </ac:spMkLst>
        </pc:spChg>
      </pc:sldChg>
      <pc:sldChg chg="add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951787070" sldId="272"/>
        </pc:sldMkLst>
      </pc:sldChg>
      <pc:sldChg chg="add">
        <pc:chgData name="NH-STAFF 高橋真広" userId="60c902bb-f64f-40cf-869e-8386dac879fa" providerId="ADAL" clId="{ABF8F32A-0E29-455D-BF0E-64EA0687DC42}" dt="2026-09-06T21:28:04.275" v="2" actId="26606"/>
        <pc:sldMkLst>
          <pc:docMk/>
          <pc:sldMk cId="1277065255" sldId="273"/>
        </pc:sldMkLst>
      </pc:sldChg>
      <pc:sldChg chg="add">
        <pc:chgData name="NH-STAFF 高橋真広" userId="60c902bb-f64f-40cf-869e-8386dac879fa" providerId="ADAL" clId="{ABF8F32A-0E29-455D-BF0E-64EA0687DC42}" dt="2026-09-06T21:32:08.005" v="3" actId="26606"/>
        <pc:sldMkLst>
          <pc:docMk/>
          <pc:sldMk cId="0" sldId="274"/>
        </pc:sldMkLst>
      </pc:sldChg>
      <pc:sldChg chg="add">
        <pc:chgData name="NH-STAFF 高橋真広" userId="60c902bb-f64f-40cf-869e-8386dac879fa" providerId="ADAL" clId="{ABF8F32A-0E29-455D-BF0E-64EA0687DC42}" dt="2026-09-06T21:50:23.416" v="4" actId="26606"/>
        <pc:sldMkLst>
          <pc:docMk/>
          <pc:sldMk cId="0" sldId="275"/>
        </pc:sldMkLst>
      </pc:sldChg>
      <pc:sldChg chg="add">
        <pc:chgData name="NH-STAFF 高橋真広" userId="60c902bb-f64f-40cf-869e-8386dac879fa" providerId="ADAL" clId="{ABF8F32A-0E29-455D-BF0E-64EA0687DC42}" dt="2026-09-06T21:50:23.416" v="4" actId="26606"/>
        <pc:sldMkLst>
          <pc:docMk/>
          <pc:sldMk cId="0" sldId="276"/>
        </pc:sldMkLst>
      </pc:sldChg>
      <pc:sldChg chg="add">
        <pc:chgData name="NH-STAFF 高橋真広" userId="60c902bb-f64f-40cf-869e-8386dac879fa" providerId="ADAL" clId="{ABF8F32A-0E29-455D-BF0E-64EA0687DC42}" dt="2026-09-06T21:50:23.416" v="4" actId="26606"/>
        <pc:sldMkLst>
          <pc:docMk/>
          <pc:sldMk cId="0" sldId="277"/>
        </pc:sldMkLst>
      </pc:sldChg>
      <pc:sldChg chg="add">
        <pc:chgData name="NH-STAFF 高橋真広" userId="60c902bb-f64f-40cf-869e-8386dac879fa" providerId="ADAL" clId="{ABF8F32A-0E29-455D-BF0E-64EA0687DC42}" dt="2026-09-06T21:50:23.416" v="4" actId="26606"/>
        <pc:sldMkLst>
          <pc:docMk/>
          <pc:sldMk cId="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471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3840480" cy="3840480"/>
          </a:xfrm>
          <a:prstGeom prst="ellipse">
            <a:avLst/>
          </a:prstGeom>
          <a:solidFill>
            <a:srgbClr val="1A3073">
              <a:alpha val="30000"/>
            </a:srgbClr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7C8A">
              <a:alpha val="75000"/>
            </a:srgbClr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20040" y="256032"/>
            <a:ext cx="2286000" cy="566928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256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PH31  </a:t>
            </a:r>
            <a:r>
              <a:rPr lang="ja-JP" alt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</a:t>
            </a:r>
            <a:r>
              <a:rPr lang="en-US" altLang="ja-JP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r>
              <a:rPr lang="ja-JP" alt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0" y="292608"/>
            <a:ext cx="777240" cy="50292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743200" y="2926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8503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ユーザー認証（</a:t>
            </a:r>
            <a:r>
              <a:rPr lang="en-US" altLang="ja-JP" sz="2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r>
              <a:rPr lang="ja-JP" altLang="en-US" sz="2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版）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100584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課題 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17320" y="2587752"/>
            <a:ext cx="9144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417320" y="2587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訓練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単元 </a:t>
            </a:r>
            <a:r>
              <a:rPr lang="en-US" altLang="ja-JP" sz="13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" y="4617720"/>
            <a:ext cx="86868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|  4</a:t>
            </a:r>
            <a:r>
              <a:rPr lang="ja-JP" altLang="en-US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  </a:t>
            </a:r>
            <a:r>
              <a:rPr lang="en-US" altLang="ja-JP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r>
              <a:rPr lang="ja-JP" altLang="en-US" sz="120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1234440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課題 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08760" y="118872"/>
            <a:ext cx="86868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508760" y="1188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訓練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ユーザー認証（</a:t>
            </a:r>
            <a:r>
              <a:rPr lang="en-US" altLang="ja-JP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r>
              <a:rPr lang="ja-JP" alt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版）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" cy="44531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28600" y="960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課題内容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8686800" cy="2926080"/>
          </a:xfrm>
          <a:prstGeom prst="rect">
            <a:avLst/>
          </a:prstGeom>
          <a:solidFill>
            <a:srgbClr val="FFF8E8"/>
          </a:solidFill>
          <a:ln w="12700">
            <a:solidFill>
              <a:srgbClr val="D4A01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73152" cy="2926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463040"/>
            <a:ext cx="8321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6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r>
              <a:rPr lang="en-US" sz="16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ID、</a:t>
            </a:r>
            <a:r>
              <a:rPr lang="ja-JP" altLang="en-US" sz="16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パスワードを入力する画面の制作および、ユーザー認証のデータベース化を行う。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課題⑦の要件（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1/2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提出物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 DB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連携ユーザー認証システム一式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必須要件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members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テーブルにユーザーを登録する画面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パスワードは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password_hash()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でハッシュ化して保存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ログイン画面で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・パスワードを入力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PDO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からユーザーを検索し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password_verify()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で照合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課題⑦の要件（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2/2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47472" y="925373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認証失敗時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: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エラーメッセージを表示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47472" y="1547165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ログアウト機能（セッション破棄）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28600" y="1993392"/>
            <a:ext cx="73152" cy="585216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02336" y="1993392"/>
            <a:ext cx="8394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MVC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チェック（必須）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2615184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790749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Controller </a:t>
            </a:r>
            <a:r>
              <a:rPr lang="en-US" sz="13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 </a:t>
            </a:r>
            <a:r>
              <a:rPr lang="en-US" sz="13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</a:t>
            </a:r>
            <a:r>
              <a:rPr lang="en-US" sz="13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が分離されていること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236976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412541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2369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SQL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のみに記述されていること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開発環境の準備（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XAMPP 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＋ 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VSCode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）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XAMPP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Apache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を起動し、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VSCode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でコードを編集する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セットアップ手順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XAMPP Control Panel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Apache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phpMyAdmin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shain_kanri.sql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を実行して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を作成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ソースは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C:\xampp\htdocs\shain_auth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に配置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VSCode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でそのフォルダを開き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http://localhost/shain_auth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で確認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7706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前提となる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：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shain_kanri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認証に使うのは 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shain 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テーブルの 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mail_address 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 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テーブル構成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busho：busho_id（PK・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自動採番）／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busho_mei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shain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shain_id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PK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）／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shain_mei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mail_address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UNIQUE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shain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busho_id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yakushoku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nyusha_bi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／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kyuyo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VARCHAR(255)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。ハッシュ値（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文字前後）を保存できる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95178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ファイル構成（今回はシンプルに）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接続だけ外部ファイルにし、ログイン処理は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ファイルにまとめる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db.php … PDO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に接続する共通ファイル（外部ファイル）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login.php …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フォーム表示・認証・エラー表示を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ファイルで処理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home.php …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ログイン後のページ（ログイン状態を確認）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logout.php …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セッションを破棄して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login.php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へ戻る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6360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実装①：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接続（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db.php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）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接続は外部ファイルにまとめ、各ページから 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 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で読み込む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ソースコード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$dsn = 'mysql:host=localhost;dbname=shain_kanri;charset=utf8mb4';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$pdo = new PDO($dsn, 'root', '');  // XAMPP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既定はパスワード無し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$pdo-&gt;setAttribute(PDO::ATTR_ERRMODE, PDO::ERRMODE_EXCEPTION);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使う側は先頭で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 'db.php';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と書くだけでよい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6679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ソース：db.php（全文）</a:t>
            </a:r>
          </a:p>
        </p:txBody>
      </p:sp>
      <p:sp>
        <p:nvSpPr>
          <p:cNvPr id="4" name="Caption"/>
          <p:cNvSpPr/>
          <p:nvPr/>
        </p:nvSpPr>
        <p:spPr>
          <a:xfrm>
            <a:off x="274320" y="655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050" b="0">
                <a:solidFill>
                  <a:srgbClr val="1A3073"/>
                </a:solidFill>
                <a:latin typeface="Meiryo"/>
                <a:ea typeface="Meiryo"/>
                <a:cs typeface="Meiryo"/>
              </a:rPr>
              <a:t>DB接続だけを外部ファイルにまとめ、各ページから require で読み込む</a:t>
            </a:r>
          </a:p>
        </p:txBody>
      </p:sp>
      <p:sp>
        <p:nvSpPr>
          <p:cNvPr id="5" name="CodePanel"/>
          <p:cNvSpPr/>
          <p:nvPr/>
        </p:nvSpPr>
        <p:spPr>
          <a:xfrm>
            <a:off x="274320" y="1005840"/>
            <a:ext cx="8595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ode"/>
          <p:cNvSpPr/>
          <p:nvPr/>
        </p:nvSpPr>
        <p:spPr>
          <a:xfrm>
            <a:off x="457200" y="109728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// db.php … DB接続だけをまとめた外部ファイル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$dsn  = 'mysql:host=localhost;dbname=shain_kanri;charset=utf8mb4';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$user = 'root';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$pass = '';              // XAMPPの既定はパスワードなし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try {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$pdo = new PDO($dsn, $user, $pass);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$pdo-&gt;setAttribute(PDO::ATTR_ERRMODE, PDO::ERRMODE_EXCEPTION);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$pdo-&gt;setAttribute(PDO::ATTR_DEFAULT_FETCH_MODE, PDO::FETCH_ASSOC);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} catch (PDOException $e) {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exit('DB接続に失敗しました: ' . $e-&gt;getMessage());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Ba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FooterL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PH31  第16回</a:t>
            </a:r>
          </a:p>
        </p:txBody>
      </p:sp>
      <p:sp>
        <p:nvSpPr>
          <p:cNvPr id="9" name="FooterR"/>
          <p:cNvSpPr/>
          <p:nvPr/>
        </p:nvSpPr>
        <p:spPr>
          <a:xfrm>
            <a:off x="4114800" y="4709160"/>
            <a:ext cx="47548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エンドポイントプログラミング（PHP）Ⅰ  2026年度  4年制 3年次（IW13）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実装②：パスワードのハッシュ化（登録側）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生のパスワードは保存しない。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password_hash() 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で不可逆に変換する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ソースコード（登録処理）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$hash = password_hash($_POST['password'], PASSWORD_DEFAULT);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$sql = 'INSERT INTO shain (shain_mei, mail_address, password)';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$stmt = $pdo-&gt;prepare($sql . ' VALUES (?, ?, ?)');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$stmt-&gt;execute([$mei, $mail, $hash]);  // shain_id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は自動採番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69638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実装③：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login.php 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の処理の流れ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ファイルの中で「受け取り → 照合 → 遷移 → 表示」を順に書く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処理の順番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先頭に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session_start();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 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 'db.php';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を書く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if ($_SERVER['REQUEST_METHOD'] === 'POST')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で送信を判定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入力値で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を検索し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password_verify()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で照合する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成功なら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home.php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へリダイレクト、失敗は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$error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を表示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82818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実装④：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login.php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（認証部分のソース）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はプレースホルダを使い、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インジェクションを防ぐ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ソースコード（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PHP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部）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$sql = 'SELECT * FROM shain WHERE mail_address = ?';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$stmt = $pdo-&gt;prepare($sql);  $stmt-&gt;execute([$_POST['mail_address']]);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$shain = $stmt-&gt;fetch(PDO::FETCH_ASSOC);  //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無ければ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false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 ($shain &amp;&amp; password_verify($_POST['password'], $shain['password'])) {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03977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実装⑤：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login.php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（セッションと画面）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認証成功後はセッションに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を保存して画面を移動する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ソースコード（続き・</a:t>
            </a:r>
            <a:r>
              <a:rPr lang="en-US" altLang="ja-JP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</a:t>
            </a: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部）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session_regenerate_id(true);  //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セッション固定化対策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$_SESSION['shain_id'] = $shain['shain_id'];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header('Location: home.php'); exit;  //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以降の処理を止める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} else { $error = '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メールアドレスまたはパスワードが違います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'; }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67183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ソース：login.php（前半・PHP部）</a:t>
            </a:r>
          </a:p>
        </p:txBody>
      </p:sp>
      <p:sp>
        <p:nvSpPr>
          <p:cNvPr id="4" name="Caption"/>
          <p:cNvSpPr/>
          <p:nvPr/>
        </p:nvSpPr>
        <p:spPr>
          <a:xfrm>
            <a:off x="274320" y="655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050" b="0">
                <a:solidFill>
                  <a:srgbClr val="1A3073"/>
                </a:solidFill>
                <a:latin typeface="Meiryo"/>
                <a:ea typeface="Meiryo"/>
                <a:cs typeface="Meiryo"/>
              </a:rPr>
              <a:t>送信されたら 検索 → 照合 → 成功でリダイレクト、失敗はエラー文を用意</a:t>
            </a:r>
          </a:p>
        </p:txBody>
      </p:sp>
      <p:sp>
        <p:nvSpPr>
          <p:cNvPr id="5" name="CodePanel"/>
          <p:cNvSpPr/>
          <p:nvPr/>
        </p:nvSpPr>
        <p:spPr>
          <a:xfrm>
            <a:off x="274320" y="1005840"/>
            <a:ext cx="8595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ode"/>
          <p:cNvSpPr/>
          <p:nvPr/>
        </p:nvSpPr>
        <p:spPr>
          <a:xfrm>
            <a:off x="457200" y="109728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// login.php（前半：PHP部）ログインに関する処理は1ファイルにまとめる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session_start();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require 'db.php';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$error = '';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if ($_SERVER['REQUEST_METHOD'] === 'POST') {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$mail = $_POST['mail_address'] ?? '';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$pass = $_POST['password'] ?? '';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// ① メールアドレスで社員を1件検索（プレースホルダで安全に）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$stmt = $pdo-&gt;prepare('SELECT * FROM shain WHERE mail_address = ?');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$stmt-&gt;execute([$mail]);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$shain = $stmt-&gt;fetch();          // 見つからなければ false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// ② 入力パスワードと保存済みハッシュを照合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if ($shain &amp;&amp; password_verify($pass, $shain['password'])) {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  session_regenerate_id(true);  // セッション固定化対策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  $_SESSION['shain_id']  = $shain['shain_id'];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  $_SESSION['shain_mei'] = $shain['shain_mei'];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  header('Location: home.php');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  exit;                         // 以降の処理を止める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$error = 'メールアドレスまたはパスワードが違います';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  <p:sp>
        <p:nvSpPr>
          <p:cNvPr id="7" name="FooterBa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FooterL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PH31  第16回</a:t>
            </a:r>
          </a:p>
        </p:txBody>
      </p:sp>
      <p:sp>
        <p:nvSpPr>
          <p:cNvPr id="9" name="FooterR"/>
          <p:cNvSpPr/>
          <p:nvPr/>
        </p:nvSpPr>
        <p:spPr>
          <a:xfrm>
            <a:off x="4114800" y="4709160"/>
            <a:ext cx="47548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エンドポイントプログラミング（PHP）Ⅰ  2026年度  4年制 3年次（IW13）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ソース：login.php（後半・HTML部）</a:t>
            </a:r>
          </a:p>
        </p:txBody>
      </p:sp>
      <p:sp>
        <p:nvSpPr>
          <p:cNvPr id="4" name="Caption"/>
          <p:cNvSpPr/>
          <p:nvPr/>
        </p:nvSpPr>
        <p:spPr>
          <a:xfrm>
            <a:off x="274320" y="655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050" b="0">
                <a:solidFill>
                  <a:srgbClr val="1A3073"/>
                </a:solidFill>
                <a:latin typeface="Meiryo"/>
                <a:ea typeface="Meiryo"/>
                <a:cs typeface="Meiryo"/>
              </a:rPr>
              <a:t>同じファイルの下側に画面を記述。エラーは htmlspecialchars で表示</a:t>
            </a:r>
          </a:p>
        </p:txBody>
      </p:sp>
      <p:sp>
        <p:nvSpPr>
          <p:cNvPr id="5" name="CodePanel"/>
          <p:cNvSpPr/>
          <p:nvPr/>
        </p:nvSpPr>
        <p:spPr>
          <a:xfrm>
            <a:off x="274320" y="1005840"/>
            <a:ext cx="8595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ode"/>
          <p:cNvSpPr/>
          <p:nvPr/>
        </p:nvSpPr>
        <p:spPr>
          <a:xfrm>
            <a:off x="457200" y="109728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&lt;!-- login.php（後半：HTML部）同じファイルの続きに画面を書く --&gt;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&lt;html lang="ja"&gt;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&lt;head&gt;&lt;meta charset="UTF-8"&gt;&lt;title&gt;ログイン&lt;/title&gt;&lt;/head&gt;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&lt;h1&gt;社員ログイン&lt;/h1&gt;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&lt;?php if ($error !== ''): ?&gt;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&lt;p style="color:red;"&gt;&lt;?= htmlspecialchars($error, ENT_QUOTES) ?&gt;&lt;/p&gt;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&lt;?php endif; ?&gt;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&lt;form action="login.php" method="post"&gt;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&lt;p&gt;メールアドレス: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&lt;input type="email" name="mail_address" required&gt;&lt;/p&gt;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&lt;p&gt;パスワード: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  &lt;input type="password" name="password" required&gt;&lt;/p&gt;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&lt;p&gt;&lt;button type="submit"&gt;ログイン&lt;/button&gt;&lt;/p&gt;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&lt;/form&gt;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7" name="FooterBa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FooterL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PH31  第16回</a:t>
            </a:r>
          </a:p>
        </p:txBody>
      </p:sp>
      <p:sp>
        <p:nvSpPr>
          <p:cNvPr id="9" name="FooterR"/>
          <p:cNvSpPr/>
          <p:nvPr/>
        </p:nvSpPr>
        <p:spPr>
          <a:xfrm>
            <a:off x="4114800" y="4709160"/>
            <a:ext cx="47548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エンドポイントプログラミング（PHP）Ⅰ  2026年度  4年制 3年次（IW13）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実装⑥：ログアウトと動作確認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47472" y="925373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logout.php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$_SESSION = []; session_destroy();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47472" y="1547165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home.php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の先頭で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$_SESSION['shain_id']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の有無を確認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28600" y="1993392"/>
            <a:ext cx="73152" cy="585216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02336" y="1993392"/>
            <a:ext cx="8394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動作確認チェック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228600" y="2615184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790749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サンプルデータの 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password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UPDATE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でハッシュに置換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236976"/>
            <a:ext cx="86868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412541"/>
            <a:ext cx="164592" cy="234086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2369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誤ったパスワードでエラー表示されることを確認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713978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ソース：home.php ／ logout.php</a:t>
            </a:r>
          </a:p>
        </p:txBody>
      </p:sp>
      <p:sp>
        <p:nvSpPr>
          <p:cNvPr id="4" name="Caption"/>
          <p:cNvSpPr/>
          <p:nvPr/>
        </p:nvSpPr>
        <p:spPr>
          <a:xfrm>
            <a:off x="274320" y="655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050" b="0">
                <a:solidFill>
                  <a:srgbClr val="1A3073"/>
                </a:solidFill>
                <a:latin typeface="Meiryo"/>
                <a:ea typeface="Meiryo"/>
                <a:cs typeface="Meiryo"/>
              </a:rPr>
              <a:t>ログイン状態の確認と、セッション破棄によるログアウト</a:t>
            </a:r>
          </a:p>
        </p:txBody>
      </p:sp>
      <p:sp>
        <p:nvSpPr>
          <p:cNvPr id="5" name="CodePanel"/>
          <p:cNvSpPr/>
          <p:nvPr/>
        </p:nvSpPr>
        <p:spPr>
          <a:xfrm>
            <a:off x="274320" y="1005840"/>
            <a:ext cx="8595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Code"/>
          <p:cNvSpPr/>
          <p:nvPr/>
        </p:nvSpPr>
        <p:spPr>
          <a:xfrm>
            <a:off x="457200" y="1097280"/>
            <a:ext cx="8229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&lt;?php  // home.php … ログイン後のページ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session_start();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if (!isset($_SESSION['shain_id'])) {    // 未ログインなら入れない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header('Location: login.php');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    exit;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&lt;p&gt;&lt;?= htmlspecialchars($_SESSION["shain_mei"], ENT_QUOTES) ?&gt; さん、ようこそ&lt;/p&gt;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&lt;p&gt;&lt;a href="logout.php"&gt;ログアウト&lt;/a&gt;&lt;/p&gt;</a:t>
            </a:r>
          </a:p>
          <a:p>
            <a:pPr marL="0" indent="0" algn="l">
              <a:buNone/>
            </a:pPr>
            <a:endParaRPr lang="ja-JP" altLang="en-US" sz="850" b="0">
              <a:solidFill>
                <a:srgbClr val="14224F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&lt;?php  // logout.php … セッションを破棄してログイン画面へ戻す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session_start();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$_SESSION = [];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session_destroy();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header('Location: login.php');</a:t>
            </a:r>
          </a:p>
          <a:p>
            <a:pPr marL="0" indent="0" algn="l">
              <a:buNone/>
            </a:pPr>
            <a:r>
              <a:rPr lang="ja-JP" altLang="en-US" sz="850" b="0">
                <a:solidFill>
                  <a:srgbClr val="14224F"/>
                </a:solidFill>
                <a:latin typeface="Consolas"/>
                <a:ea typeface="Consolas"/>
                <a:cs typeface="Consolas"/>
              </a:rPr>
              <a:t>exit;</a:t>
            </a:r>
          </a:p>
        </p:txBody>
      </p:sp>
      <p:sp>
        <p:nvSpPr>
          <p:cNvPr id="7" name="FooterBar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FooterL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PH31  第16回</a:t>
            </a:r>
          </a:p>
        </p:txBody>
      </p:sp>
      <p:sp>
        <p:nvSpPr>
          <p:cNvPr id="9" name="FooterR"/>
          <p:cNvSpPr/>
          <p:nvPr/>
        </p:nvSpPr>
        <p:spPr>
          <a:xfrm>
            <a:off x="4114800" y="4709160"/>
            <a:ext cx="47548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0">
                <a:solidFill>
                  <a:srgbClr val="B8C4E8"/>
                </a:solidFill>
                <a:latin typeface="Calibri"/>
                <a:ea typeface="Calibri"/>
                <a:cs typeface="Calibri"/>
              </a:rPr>
              <a:t>エンドポイントプログラミング（PHP）Ⅰ  2026年度  4年制 3年次（IW13）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073"/>
          </a:solidFill>
          <a:ln w="12700">
            <a:solidFill>
              <a:srgbClr val="1A307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【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プラスアルファ</a:t>
            </a:r>
            <a:r>
              <a:rPr lang="en-US" altLang="ja-JP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】MVC</a:t>
            </a:r>
            <a:r>
              <a:rPr lang="ja-JP" altLang="en-US" sz="2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に分けると？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" cy="4457700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02336" y="749808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規模が大きくなったら、役割ごとにファイルを分けると保守しやすい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28600" y="1316736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28600" y="1316736"/>
            <a:ext cx="73152" cy="530352"/>
          </a:xfrm>
          <a:prstGeom prst="rect">
            <a:avLst/>
          </a:prstGeom>
          <a:solidFill>
            <a:srgbClr val="007C8A"/>
          </a:solidFill>
          <a:ln w="12700">
            <a:solidFill>
              <a:srgbClr val="007C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02336" y="1316736"/>
            <a:ext cx="8394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今回のコードとの対応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228600" y="1883664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7472" y="2042770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 … DB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アクセスと</a:t>
            </a:r>
            <a:r>
              <a:rPr 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SQL（db.php ＋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検索処理の部分）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228600" y="2450592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7472" y="2609698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94360" y="2450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View …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login.php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のフォーム部分）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47472" y="3176626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Controller … 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入力の受取と分岐（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判定と認証の部分）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8686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5CCD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347472" y="3743554"/>
            <a:ext cx="164592" cy="212141"/>
          </a:xfrm>
          <a:prstGeom prst="rect">
            <a:avLst/>
          </a:prstGeom>
          <a:solidFill>
            <a:srgbClr val="E0F4F6"/>
          </a:solidFill>
          <a:ln w="12700">
            <a:solidFill>
              <a:srgbClr val="E0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今回は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ファイルでも、この</a:t>
            </a:r>
            <a:r>
              <a:rPr lang="en-US" altLang="ja-JP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r>
              <a:rPr lang="ja-JP" altLang="en-US" sz="1300">
                <a:solidFill>
                  <a:srgbClr val="2E34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つの役割を意識して書くと後で分けやすい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PH31  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ja-JP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ja-JP" altLang="en-US" sz="12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200400" y="4709160"/>
            <a:ext cx="5669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エンドポイントプログラミング（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 2026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 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年制 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年次（</a:t>
            </a:r>
            <a:r>
              <a:rPr lang="en-US" altLang="ja-JP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IW13</a:t>
            </a:r>
            <a:r>
              <a:rPr lang="ja-JP" altLang="en-US" sz="1100">
                <a:solidFill>
                  <a:srgbClr val="B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2126</Words>
  <Application>Microsoft Office PowerPoint</Application>
  <PresentationFormat>画面に合わせる (16:9)</PresentationFormat>
  <Paragraphs>224</Paragraphs>
  <Slides>18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Meiryo</vt:lpstr>
      <vt:lpstr>Arial</vt:lpstr>
      <vt:lpstr>Arial Black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PH31 第16回 ユーザー認証（DB版）</dc:title>
  <dc:subject>PptxGenJS Presentation</dc:subject>
  <dc:creator>高橋 真広</dc:creator>
  <cp:lastModifiedBy>NH-STAFF 高橋真広</cp:lastModifiedBy>
  <cp:revision>1</cp:revision>
  <dcterms:created xsi:type="dcterms:W3CDTF">2026-04-19T12:33:11Z</dcterms:created>
  <dcterms:modified xsi:type="dcterms:W3CDTF">2026-09-06T21:50:32Z</dcterms:modified>
</cp:coreProperties>
</file>